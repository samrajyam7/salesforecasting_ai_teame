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4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image" Target="../media/image-6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263177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26317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0C2C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 •  AI OUTREACH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1051560" cy="10515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7" name="Image 0" descr="/home/claude/ppt/icons/robot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" y="2563063"/>
            <a:ext cx="588874" cy="5888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2044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Outreach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Generator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58368" y="5257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system that generates personalized outreach emails for leads using Gemini AI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6080760"/>
            <a:ext cx="91440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feature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bulls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845" y="2434133"/>
            <a:ext cx="563270" cy="5632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2148840"/>
            <a:ext cx="8732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AI-powered email generation system that creates personalized outreach emails for leads using Gemini AI.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3447288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/>
        </p:spPr>
      </p:sp>
      <p:sp>
        <p:nvSpPr>
          <p:cNvPr id="9" name="Shape 6"/>
          <p:cNvSpPr/>
          <p:nvPr/>
        </p:nvSpPr>
        <p:spPr>
          <a:xfrm>
            <a:off x="896112" y="4690872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/home/claude/ppt/icons/envelop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5" y="4839005"/>
            <a:ext cx="362102" cy="362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5422392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96112" y="5733288"/>
            <a:ext cx="2935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tailored to each lead's details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43400" y="4434840"/>
            <a:ext cx="3447288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/>
        </p:spPr>
      </p:sp>
      <p:sp>
        <p:nvSpPr>
          <p:cNvPr id="14" name="Shape 10"/>
          <p:cNvSpPr/>
          <p:nvPr/>
        </p:nvSpPr>
        <p:spPr>
          <a:xfrm>
            <a:off x="4599432" y="4690872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/home/claude/ppt/icons/cogs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565" y="4839005"/>
            <a:ext cx="362102" cy="362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99432" y="5422392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99432" y="5733288"/>
            <a:ext cx="2935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replaces manual email writing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46720" y="4434840"/>
            <a:ext cx="3447288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/>
        </p:spPr>
      </p:sp>
      <p:sp>
        <p:nvSpPr>
          <p:cNvPr id="19" name="Shape 14"/>
          <p:cNvSpPr/>
          <p:nvPr/>
        </p:nvSpPr>
        <p:spPr>
          <a:xfrm>
            <a:off x="8302752" y="4690872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/home/claude/ppt/icons/plug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885" y="4839005"/>
            <a:ext cx="362102" cy="3621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02752" y="5422392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02752" y="5733288"/>
            <a:ext cx="2935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usable by the frontend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 on the backend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647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807" y="189235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73352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0" y="1673352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backend API for the AI Email Generator.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69464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27340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robo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07" y="286161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642616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Integration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642616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Gemini AI with the backend.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538728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37033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/icons/exchan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07" y="383087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61188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Processing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572000" y="3611880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API to process lead information and generate personalized outreach emails.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507992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46725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07" y="4800143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58114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 Handling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572000" y="4581144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request validation and error handling for reliable email generation.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5477256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/>
        </p:spPr>
      </p:sp>
      <p:sp>
        <p:nvSpPr>
          <p:cNvPr id="25" name="Shape 19"/>
          <p:cNvSpPr/>
          <p:nvPr/>
        </p:nvSpPr>
        <p:spPr>
          <a:xfrm>
            <a:off x="841248" y="56418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/icons/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07" y="5769407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550408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550408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generated emails were returned in a structured format for frontend integration.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NEEDED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this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263177"/>
          </a:solidFill>
          <a:ln/>
        </p:spPr>
      </p:sp>
      <p:sp>
        <p:nvSpPr>
          <p:cNvPr id="5" name="Shape 3"/>
          <p:cNvSpPr/>
          <p:nvPr/>
        </p:nvSpPr>
        <p:spPr>
          <a:xfrm>
            <a:off x="1952244" y="2331720"/>
            <a:ext cx="822960" cy="8229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6" name="Image 0" descr="/home/claude/ppt/icons/clipboard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295" y="25127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writing is slow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28986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personalized emails by hand is time-consuming for the sales team.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263177"/>
          </a:solidFill>
          <a:ln/>
        </p:spPr>
      </p:sp>
      <p:sp>
        <p:nvSpPr>
          <p:cNvPr id="10" name="Shape 7"/>
          <p:cNvSpPr/>
          <p:nvPr/>
        </p:nvSpPr>
        <p:spPr>
          <a:xfrm>
            <a:off x="5655564" y="2331720"/>
            <a:ext cx="822960" cy="8229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1" name="Image 1" descr="/home/claude/ppt/icons/robot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615" y="251277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boosts productivity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4114800"/>
            <a:ext cx="28986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emails improve productivity and maintain consistent communication.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47288" cy="3566160"/>
          </a:xfrm>
          <a:prstGeom prst="roundRect">
            <a:avLst>
              <a:gd name="adj" fmla="val 3183"/>
            </a:avLst>
          </a:prstGeom>
          <a:solidFill>
            <a:srgbClr val="26317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58884" y="2331720"/>
            <a:ext cx="822960" cy="8229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6" name="Image 2" descr="/home/claude/ppt/icons/plug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251277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38328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customization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4114800"/>
            <a:ext cx="28986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lets the frontend generate customized emails instantly using lead details.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IMPLEMENTED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request to generated email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0140" y="3223260"/>
            <a:ext cx="996696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2880360"/>
            <a:ext cx="685800" cy="6858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9616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2104" y="3794760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" y="438912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FastAPI endpoint for email generation.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30168" y="2880360"/>
            <a:ext cx="685800" cy="6858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62656" y="3794760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62656" y="438912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the Gemini API to generate personalized outreach emails.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2880360"/>
            <a:ext cx="685800" cy="6858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93208" y="3794760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Lead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93208" y="438912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lead information (company, contact, industry, etc.) to the AI model.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91272" y="2880360"/>
            <a:ext cx="685800" cy="6858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1272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3794760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438912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the generated email response in JSON format for frontend integration.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21824" y="2880360"/>
            <a:ext cx="685800" cy="6858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21824" y="2880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54312" y="3794760"/>
            <a:ext cx="2020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Handle Errors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54312" y="438912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API responses and handled invalid requests gracefully.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across the squad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7288" cy="3794760"/>
          </a:xfrm>
          <a:prstGeom prst="roundRect">
            <a:avLst>
              <a:gd name="adj" fmla="val 3183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7568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3" y="2246681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2898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Team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358444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/home/claude/ppt/icons/check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46" y="3633094"/>
            <a:ext cx="158740" cy="1587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511296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refined email prompt templates.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14400" y="445312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/home/claude/ppt/icons/check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46" y="4501774"/>
            <a:ext cx="158740" cy="1587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4379976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personalization and response quality.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343400" y="1783080"/>
            <a:ext cx="3447288" cy="3794760"/>
          </a:xfrm>
          <a:prstGeom prst="roundRect">
            <a:avLst>
              <a:gd name="adj" fmla="val 3183"/>
            </a:avLst>
          </a:prstGeom>
          <a:solidFill>
            <a:srgbClr val="F4F7FC"/>
          </a:solidFill>
          <a:ln/>
        </p:spPr>
      </p:sp>
      <p:sp>
        <p:nvSpPr>
          <p:cNvPr id="15" name="Shape 10"/>
          <p:cNvSpPr/>
          <p:nvPr/>
        </p:nvSpPr>
        <p:spPr>
          <a:xfrm>
            <a:off x="4617720" y="207568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ppt/icons/deskto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713" y="2246681"/>
            <a:ext cx="435254" cy="4352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17720" y="3017520"/>
            <a:ext cx="2898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Team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4617720" y="358444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4" descr="/home/claude/ppt/icons/check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366" y="3633094"/>
            <a:ext cx="158740" cy="1587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01768" y="3511296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developing the Outreach page.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617720" y="445312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5" descr="/home/claude/ppt/icons/check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6366" y="4501774"/>
            <a:ext cx="158740" cy="1587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01768" y="4379976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interface to display AI-generated emails.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8046720" y="1783080"/>
            <a:ext cx="3447288" cy="3794760"/>
          </a:xfrm>
          <a:prstGeom prst="roundRect">
            <a:avLst>
              <a:gd name="adj" fmla="val 3183"/>
            </a:avLst>
          </a:prstGeom>
          <a:solidFill>
            <a:srgbClr val="F4F7FC"/>
          </a:solidFill>
          <a:ln/>
        </p:spPr>
      </p:sp>
      <p:sp>
        <p:nvSpPr>
          <p:cNvPr id="25" name="Shape 17"/>
          <p:cNvSpPr/>
          <p:nvPr/>
        </p:nvSpPr>
        <p:spPr>
          <a:xfrm>
            <a:off x="8321040" y="207568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6" descr="/home/claude/ppt/icons/clipboar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2033" y="2246681"/>
            <a:ext cx="435254" cy="43525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321040" y="3017520"/>
            <a:ext cx="2898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Team</a:t>
            </a:r>
            <a:endParaRPr lang="en-US" sz="1800" dirty="0"/>
          </a:p>
        </p:txBody>
      </p:sp>
      <p:sp>
        <p:nvSpPr>
          <p:cNvPr id="28" name="Shape 19"/>
          <p:cNvSpPr/>
          <p:nvPr/>
        </p:nvSpPr>
        <p:spPr>
          <a:xfrm>
            <a:off x="8321040" y="358444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7" descr="/home/claude/ppt/icons/check_1E276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686" y="3633094"/>
            <a:ext cx="158740" cy="15874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705088" y="3511296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test datasets with different lead profiles.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8321040" y="445312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8" descr="/home/claude/ppt/icons/check_1E276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9686" y="4501774"/>
            <a:ext cx="158740" cy="15874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705088" y="4379976"/>
            <a:ext cx="2532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API responses and tested multiple scenarios.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2631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914400" cy="91440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4" name="Image 0" descr="/home/claude/ppt/icons/chec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8869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737360" y="1051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Day 15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AI-powered email generation feature was successfully integrated into the backend and is ready for frontend integration.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6317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61488" y="3977640"/>
            <a:ext cx="2400300" cy="502920"/>
          </a:xfrm>
          <a:prstGeom prst="roundRect">
            <a:avLst>
              <a:gd name="adj" fmla="val 49091"/>
            </a:avLst>
          </a:prstGeom>
          <a:solidFill>
            <a:srgbClr val="26317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61488" y="3977640"/>
            <a:ext cx="2400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Integration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362956" y="3977640"/>
            <a:ext cx="2112264" cy="502920"/>
          </a:xfrm>
          <a:prstGeom prst="roundRect">
            <a:avLst>
              <a:gd name="adj" fmla="val 49091"/>
            </a:avLst>
          </a:prstGeom>
          <a:solidFill>
            <a:srgbClr val="26317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62956" y="397764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&amp; Tested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676388" y="3977640"/>
            <a:ext cx="2208276" cy="502920"/>
          </a:xfrm>
          <a:prstGeom prst="roundRect">
            <a:avLst>
              <a:gd name="adj" fmla="val 49091"/>
            </a:avLst>
          </a:prstGeom>
          <a:solidFill>
            <a:srgbClr val="26317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76388" y="3977640"/>
            <a:ext cx="22082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Ready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 •  AI Outreach Email Generator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2026-08-04T14:35:39Z</dcterms:created>
  <dcterms:modified xsi:type="dcterms:W3CDTF">2026-08-04T14:35:39Z</dcterms:modified>
</cp:coreProperties>
</file>
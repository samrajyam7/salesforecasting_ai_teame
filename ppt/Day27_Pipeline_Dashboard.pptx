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44507A"/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754880"/>
            <a:ext cx="3657600" cy="3657600"/>
          </a:xfrm>
          <a:prstGeom prst="ellipse">
            <a:avLst/>
          </a:prstGeom>
          <a:solidFill>
            <a:srgbClr val="44507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UPDATE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26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Dashboard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502920" cy="54864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Follow-Up Recommendations  •  Kanban Pipeline Visualization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Developer   +   Frontend Developer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DEVELOPER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Follow-Up Recommendation Engine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76656" y="170078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76656" y="17007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AI Follow-Up Recommendations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9659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core recommendation functionality into the pipeline system.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76656" y="275234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6656" y="27523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6517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&amp; Pipeline Data as Input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0175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each lead's current information and pipeline stage to inform the AI.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76656" y="380390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6656" y="3803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7033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Suggestions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0690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relevant, specific follow-up actions rather than generic prompts.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76656" y="485546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6656" y="48554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7548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Pipeline Workflow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51206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recommendations directly into the sales team's working flow.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818120" y="1554480"/>
            <a:ext cx="3840480" cy="4709160"/>
          </a:xfrm>
          <a:prstGeom prst="roundRect">
            <a:avLst>
              <a:gd name="adj" fmla="val 285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046720" y="16916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5400" dirty="0"/>
          </a:p>
        </p:txBody>
      </p:sp>
      <p:sp>
        <p:nvSpPr>
          <p:cNvPr id="22" name="Text 20"/>
          <p:cNvSpPr txBox="1"/>
          <p:nvPr/>
        </p:nvSpPr>
        <p:spPr>
          <a:xfrm>
            <a:off x="8183880" y="2331720"/>
            <a:ext cx="3246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was to use the available lead and pipeline information to help the sales team decide what action should be taken next — making the pipeline intelligent instead of just informative.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183880" y="4709160"/>
            <a:ext cx="365760" cy="45720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183880" y="4846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183880" y="512064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reps can see which leads need attention and what type of follow-up fits best.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Dashboard — Day 26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Kanban Pipeline 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840480" cy="4709160"/>
          </a:xfrm>
          <a:prstGeom prst="roundRect">
            <a:avLst>
              <a:gd name="adj" fmla="val 285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3172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displaying leads only in a table, we organized them into stages so the sales team could quickly understand where each lead currently stands.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4526280"/>
            <a:ext cx="365760" cy="45720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4663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93776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became easier to understand, track, and manage at a glance.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91456" y="170078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91456" y="17007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532120" y="16002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Kanban Board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532120" y="196596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the core board component for the Pipeline Dashboard.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91456" y="275234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791456" y="27523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532120" y="26517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Pipeline Stages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532120" y="30175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distinct columns representing each stage of the sales pipeline.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791456" y="380390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791456" y="3803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532120" y="37033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Lead Cards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532120" y="4069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render live from backend data and stay linked to their stage/status.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791456" y="485546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791456" y="48554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532120" y="47548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Integration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532120" y="51206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the board with existing dashboard data and layout.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Dashboard — Day 26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SUMMARY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Built What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9DF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20345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3040" y="20345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718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4290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APIs &amp; pipeline data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29000" y="173736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9DF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20345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43400" y="20345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9718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34290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recommendations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173736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9DF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23760" y="20345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223760" y="20345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9718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4290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pipeline visualization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89720" y="173736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9DF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104120" y="20345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104120" y="20345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29718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372600" y="34290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testing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029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and AI-assisted pipeline that helps sales users track leads and decide the next follow-up action.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Dashboard — Day 26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44507A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5029200"/>
            <a:ext cx="3474720" cy="3474720"/>
          </a:xfrm>
          <a:prstGeom prst="ellipse">
            <a:avLst/>
          </a:prstGeom>
          <a:solidFill>
            <a:srgbClr val="44507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OUTCOME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lead list to intelligent pipeline.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Kanban board gives the sales team a clear visual read on every stage, while AI-generated follow-up recommendations tell them what to do next — turning the dashboard from a display into a decision-making tool.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965192"/>
            <a:ext cx="128016" cy="12801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4892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— 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48920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stage-by-stage lead tracking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5349240"/>
            <a:ext cx="128016" cy="12801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52760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— 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514600" y="527608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AI-suggested next follow-up action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5733288"/>
            <a:ext cx="128016" cy="12801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566013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— 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514600" y="566013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wired into the workflow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Dashboard — Day 26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2026-08-31T13:32:17Z</dcterms:created>
  <dcterms:modified xsi:type="dcterms:W3CDTF">2026-08-31T13:32:17Z</dcterms:modified>
</cp:coreProperties>
</file>
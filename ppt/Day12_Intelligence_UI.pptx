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E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784080" y="-1188720"/>
            <a:ext cx="3840480" cy="3840480"/>
          </a:xfrm>
          <a:prstGeom prst="ellipse">
            <a:avLst/>
          </a:prstGeom>
          <a:solidFill>
            <a:srgbClr val="028090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1247120" y="4206240"/>
            <a:ext cx="2377440" cy="2377440"/>
          </a:xfrm>
          <a:prstGeom prst="ellipse">
            <a:avLst/>
          </a:prstGeom>
          <a:solidFill>
            <a:srgbClr val="00A896">
              <a:alpha val="3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96012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12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94360" y="1371600"/>
            <a:ext cx="9601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4FA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Intelligence UI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640080" y="242316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BFE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Intelligence UI × Backend Integration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40080" y="3246120"/>
            <a:ext cx="7863840" cy="18288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35204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3840480"/>
            <a:ext cx="76809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2000" i="1" dirty="0">
                <a:solidFill>
                  <a:srgbClr val="F4F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the Company Intelligence UI with the backend and ensure seamless AI-powered company analysis.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5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My Work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7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 did on the Intelligence UI integration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5087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4F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97280" y="1453896"/>
            <a:ext cx="5852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2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backend API issues for Company Intelligence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350008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3500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4F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97280" y="2295144"/>
            <a:ext cx="5852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2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Integrated the frontend with backend APIs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3191256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31912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4F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97280" y="3136392"/>
            <a:ext cx="5852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2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Ensured company analysis requests and responses were correctly handled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4032504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40325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4F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97280" y="3977640"/>
            <a:ext cx="5852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2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Improved error handling for failed API requests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4873752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48737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4F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97280" y="4818888"/>
            <a:ext cx="5852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2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successful communication between Streamlit and FastAPI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7635240" y="411480"/>
            <a:ext cx="3977640" cy="5989320"/>
          </a:xfrm>
          <a:prstGeom prst="roundRect">
            <a:avLst>
              <a:gd name="adj" fmla="val 2759"/>
            </a:avLst>
          </a:prstGeom>
          <a:solidFill>
            <a:srgbClr val="0B2E33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8001000" y="73152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WAS NEEDED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001000" y="1380744"/>
            <a:ext cx="91440" cy="9144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2" name="Text 20"/>
          <p:cNvSpPr/>
          <p:nvPr/>
        </p:nvSpPr>
        <p:spPr>
          <a:xfrm>
            <a:off x="8229600" y="1216152"/>
            <a:ext cx="3246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F4F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Intelligence UI depends on backend APIs to fetch AI-generated insights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8001000" y="2935224"/>
            <a:ext cx="91440" cy="9144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4" name="Text 22"/>
          <p:cNvSpPr/>
          <p:nvPr/>
        </p:nvSpPr>
        <p:spPr>
          <a:xfrm>
            <a:off x="8229600" y="2770632"/>
            <a:ext cx="3246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F4F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integration ensures users receive real-time company analysis instead of static data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8001000" y="4489704"/>
            <a:ext cx="91440" cy="9144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6" name="Text 24"/>
          <p:cNvSpPr/>
          <p:nvPr/>
        </p:nvSpPr>
        <p:spPr>
          <a:xfrm>
            <a:off x="8229600" y="4325112"/>
            <a:ext cx="3246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F4F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Reliable backend communication improves the overall user experience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5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 Implemented It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260604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DCEDE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77240" y="160020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4F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77240" y="2212848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5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Connect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77240" y="2542032"/>
            <a:ext cx="2148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C7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Connected the Intelligence page with FastAPI endpoints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3154680" y="2148840"/>
            <a:ext cx="2468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3355848" y="1371600"/>
            <a:ext cx="260604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DCEDE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584448" y="160020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1" name="Text 9"/>
          <p:cNvSpPr/>
          <p:nvPr/>
        </p:nvSpPr>
        <p:spPr>
          <a:xfrm>
            <a:off x="3584448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4F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584448" y="2212848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5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Process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584448" y="2542032"/>
            <a:ext cx="2148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C7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Processed API responses and displayed them in the UI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5961888" y="2148840"/>
            <a:ext cx="2468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6163056" y="1371600"/>
            <a:ext cx="260604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DCEDE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391656" y="160020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7" name="Text 15"/>
          <p:cNvSpPr/>
          <p:nvPr/>
        </p:nvSpPr>
        <p:spPr>
          <a:xfrm>
            <a:off x="6391656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4F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391656" y="2212848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5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Validate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391656" y="2542032"/>
            <a:ext cx="2148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C7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Added proper validation and exception handling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8769096" y="2148840"/>
            <a:ext cx="2468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8970264" y="1371600"/>
            <a:ext cx="260604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DCEDE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9198864" y="160020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3" name="Text 21"/>
          <p:cNvSpPr/>
          <p:nvPr/>
        </p:nvSpPr>
        <p:spPr>
          <a:xfrm>
            <a:off x="9198864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4F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9198864" y="2212848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5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9198864" y="2542032"/>
            <a:ext cx="2148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C7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Tested the complete request-response workflow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548640" y="38862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CONTRIBUTION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48640" y="4343400"/>
            <a:ext cx="3611880" cy="1920240"/>
          </a:xfrm>
          <a:prstGeom prst="roundRect">
            <a:avLst>
              <a:gd name="adj" fmla="val 4762"/>
            </a:avLst>
          </a:prstGeom>
          <a:solidFill>
            <a:srgbClr val="0B2E33"/>
          </a:solidFill>
          <a:ln/>
        </p:spPr>
      </p:sp>
      <p:sp>
        <p:nvSpPr>
          <p:cNvPr id="28" name="Text 26"/>
          <p:cNvSpPr/>
          <p:nvPr/>
        </p:nvSpPr>
        <p:spPr>
          <a:xfrm>
            <a:off x="822960" y="4544568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Frontend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822960" y="4965192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25000"/>
              </a:lnSpc>
              <a:buSzPct val="100000"/>
              <a:buChar char="●"/>
            </a:pPr>
            <a:r>
              <a:rPr lang="en-US" sz="1250" dirty="0">
                <a:solidFill>
                  <a:srgbClr val="F4F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Integrated Company Intelligence cards</a:t>
            </a:r>
            <a:endParaRPr lang="en-US" sz="1250" dirty="0"/>
          </a:p>
          <a:p>
            <a:pPr marL="177800" indent="-177800">
              <a:lnSpc>
                <a:spcPct val="125000"/>
              </a:lnSpc>
              <a:buSzPct val="100000"/>
              <a:buChar char="●"/>
            </a:pPr>
            <a:r>
              <a:rPr lang="en-US" sz="1250" dirty="0">
                <a:solidFill>
                  <a:srgbClr val="F4F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Improved layout and responsiveness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4389120" y="4343400"/>
            <a:ext cx="3611880" cy="1920240"/>
          </a:xfrm>
          <a:prstGeom prst="roundRect">
            <a:avLst>
              <a:gd name="adj" fmla="val 4762"/>
            </a:avLst>
          </a:prstGeom>
          <a:solidFill>
            <a:srgbClr val="0B2E33"/>
          </a:solidFill>
          <a:ln/>
        </p:spPr>
      </p:sp>
      <p:sp>
        <p:nvSpPr>
          <p:cNvPr id="31" name="Text 29"/>
          <p:cNvSpPr/>
          <p:nvPr/>
        </p:nvSpPr>
        <p:spPr>
          <a:xfrm>
            <a:off x="4663440" y="4544568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Team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4663440" y="4965192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25000"/>
              </a:lnSpc>
              <a:buSzPct val="100000"/>
              <a:buChar char="●"/>
            </a:pPr>
            <a:r>
              <a:rPr lang="en-US" sz="1250" dirty="0">
                <a:solidFill>
                  <a:srgbClr val="F4F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Fine-tuned prompts for better company insights</a:t>
            </a:r>
            <a:endParaRPr lang="en-US" sz="1250" dirty="0"/>
          </a:p>
          <a:p>
            <a:pPr marL="177800" indent="-177800">
              <a:lnSpc>
                <a:spcPct val="125000"/>
              </a:lnSpc>
              <a:buSzPct val="100000"/>
              <a:buChar char="●"/>
            </a:pPr>
            <a:r>
              <a:rPr lang="en-US" sz="1250" dirty="0">
                <a:solidFill>
                  <a:srgbClr val="F4F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Improved response quality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8229600" y="4343400"/>
            <a:ext cx="3611880" cy="1920240"/>
          </a:xfrm>
          <a:prstGeom prst="roundRect">
            <a:avLst>
              <a:gd name="adj" fmla="val 4762"/>
            </a:avLst>
          </a:prstGeom>
          <a:solidFill>
            <a:srgbClr val="0B2E33"/>
          </a:solidFill>
          <a:ln/>
        </p:spPr>
      </p:sp>
      <p:sp>
        <p:nvSpPr>
          <p:cNvPr id="34" name="Text 32"/>
          <p:cNvSpPr/>
          <p:nvPr/>
        </p:nvSpPr>
        <p:spPr>
          <a:xfrm>
            <a:off x="8503920" y="4544568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QA Team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8503920" y="4965192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25000"/>
              </a:lnSpc>
              <a:buSzPct val="100000"/>
              <a:buChar char="●"/>
            </a:pPr>
            <a:r>
              <a:rPr lang="en-US" sz="1250" dirty="0">
                <a:solidFill>
                  <a:srgbClr val="F4F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Performed UI testing</a:t>
            </a:r>
            <a:endParaRPr lang="en-US" sz="1250" dirty="0"/>
          </a:p>
          <a:p>
            <a:pPr marL="177800" indent="-177800">
              <a:lnSpc>
                <a:spcPct val="125000"/>
              </a:lnSpc>
              <a:buSzPct val="100000"/>
              <a:buChar char="●"/>
            </a:pPr>
            <a:r>
              <a:rPr lang="en-US" sz="1250" dirty="0">
                <a:solidFill>
                  <a:srgbClr val="F4F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API responses and fixed integration issues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2026-07-31T15:02:59Z</dcterms:created>
  <dcterms:modified xsi:type="dcterms:W3CDTF">2026-07-31T15:02:59Z</dcterms:modified>
</cp:coreProperties>
</file>